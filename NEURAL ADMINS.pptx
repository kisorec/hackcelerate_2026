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c700613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c700613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7006133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7006133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c7006133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c7006133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c700613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c700613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c7006133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c7006133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7006133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7006133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7006133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c7006133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7006133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c7006133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7006133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7006133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685000"/>
          </a:xfrm>
          <a:prstGeom prst="rect">
            <a:avLst/>
          </a:prstGeom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>
                <a:solidFill>
                  <a:srgbClr val="FF0000"/>
                </a:solidFill>
              </a:rPr>
              <a:t>TEAM - 1</a:t>
            </a:r>
            <a:endParaRPr sz="66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>
                <a:solidFill>
                  <a:srgbClr val="FF0000"/>
                </a:solidFill>
              </a:rPr>
              <a:t>NEURAL ADMINS</a:t>
            </a:r>
            <a:endParaRPr sz="6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11">
                <a:solidFill>
                  <a:srgbClr val="FF0000"/>
                </a:solidFill>
              </a:rPr>
              <a:t>AI CHATBOT </a:t>
            </a:r>
            <a:endParaRPr sz="3211">
              <a:solidFill>
                <a:srgbClr val="FF0000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0" y="0"/>
            <a:ext cx="88323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rgbClr val="FF0000"/>
                </a:solidFill>
              </a:rPr>
              <a:t>IN CHATBOT YOU CAN ASK YOU DOUBT ABOUT YOUR MEDICAL ISUES IT CAN GIVE FIRST AID , PRECAUTION , AND IT REFER YOU A SPECIALIST DOCTOR NEAR BY YOUR LOCATION . IN IT YOU CAN INSERT YOUR SCAN REPORTS LIVE VIDEO ANALYZING ABOUT YOUR ISUES .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solidFill>
                  <a:srgbClr val="FF0000"/>
                </a:solidFill>
              </a:rPr>
              <a:t>ABOUT OUR WEBSITE</a:t>
            </a:r>
            <a:endParaRPr sz="3220">
              <a:solidFill>
                <a:srgbClr val="FF0000"/>
              </a:solidFill>
            </a:endParaRPr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rgbClr val="FF0000"/>
                </a:solidFill>
              </a:rPr>
              <a:t>IN THESE GENERATION THERE ARE MANY CHATBOT TO SCAN AND ANALYZE OUR DISEASE .SO,THAT WE PROUDLY MAKE A MULTI USEABLE WEBSITE WHICH HAS THE POWER FULL CHATBOT FOR ANALYZING AND HEALTH ISUES TO GET FULL KNOWLEDGE ADOUT IT GO NEXT SLIDE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solidFill>
                  <a:srgbClr val="FF0000"/>
                </a:solidFill>
              </a:rPr>
              <a:t>ADMIN PANEL</a:t>
            </a:r>
            <a:endParaRPr sz="3220">
              <a:solidFill>
                <a:srgbClr val="FF0000"/>
              </a:solidFill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9025" y="1152475"/>
            <a:ext cx="4514976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52475"/>
            <a:ext cx="4629024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rgbClr val="FF0000"/>
                </a:solidFill>
              </a:rPr>
              <a:t>IN ADMIN PANEL WE CAN HANDLE AND MONITOR ALL DATA 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11">
                <a:solidFill>
                  <a:srgbClr val="FF0000"/>
                </a:solidFill>
              </a:rPr>
              <a:t>DOCTOR PANEL</a:t>
            </a:r>
            <a:endParaRPr sz="3211">
              <a:solidFill>
                <a:srgbClr val="FF0000"/>
              </a:solidFill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4732450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50" y="1152475"/>
            <a:ext cx="4411550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rgbClr val="FF0000"/>
                </a:solidFill>
              </a:rPr>
              <a:t>IN DOCTOR PANEL WE CAN ADD ACCOUNT FOR PATIENT , ENTRY DATA AND SET PRESCRIPTON FOR PATIENT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11">
                <a:solidFill>
                  <a:srgbClr val="FF0000"/>
                </a:solidFill>
              </a:rPr>
              <a:t>PATIENT PANEL</a:t>
            </a:r>
            <a:endParaRPr sz="3211">
              <a:solidFill>
                <a:srgbClr val="FF0000"/>
              </a:solidFill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0" y="1152475"/>
            <a:ext cx="9144000" cy="31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9144000" cy="319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0" y="0"/>
            <a:ext cx="9144000" cy="50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rgbClr val="FF0000"/>
                </a:solidFill>
              </a:rPr>
              <a:t>IN PATIENT PANEL WE CAN SAW OUR DISEASE PRESRIPTION IN IT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